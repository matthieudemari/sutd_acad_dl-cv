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377" r:id="rId2"/>
    <p:sldId id="598" r:id="rId3"/>
    <p:sldId id="59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  <p14:sldId id="598"/>
            <p14:sldId id="5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1CDB8C4-6A3E-4C2C-83BC-F4A3F0031D55}" v="2" dt="2026-01-12T06:36:34.089"/>
    <p1510:client id="{A8CE74B3-EFCA-4CD6-837E-610E2629ACE6}" v="1" dt="2026-01-12T06:57:48.0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70" d="100"/>
          <a:sy n="70" d="100"/>
        </p:scale>
        <p:origin x="26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addSld delSld modSld sldOrd delSection modSection">
      <pc:chgData name="Matthieu De Mari" userId="dfb708c9-d8dc-439f-9a3b-c772bf4a311c" providerId="ADAL" clId="{81E9B007-0C2C-493E-9B93-55A62C9C1F12}" dt="2026-01-12T07:02:06.708" v="581" actId="1035"/>
      <pc:docMkLst>
        <pc:docMk/>
      </pc:docMkLst>
      <pc:sldChg chg="del">
        <pc:chgData name="Matthieu De Mari" userId="dfb708c9-d8dc-439f-9a3b-c772bf4a311c" providerId="ADAL" clId="{81E9B007-0C2C-493E-9B93-55A62C9C1F12}" dt="2026-01-12T06:36:23.782" v="49" actId="47"/>
        <pc:sldMkLst>
          <pc:docMk/>
          <pc:sldMk cId="1036081419" sldId="346"/>
        </pc:sldMkLst>
      </pc:sldChg>
      <pc:sldChg chg="modSp mod">
        <pc:chgData name="Matthieu De Mari" userId="dfb708c9-d8dc-439f-9a3b-c772bf4a311c" providerId="ADAL" clId="{81E9B007-0C2C-493E-9B93-55A62C9C1F12}" dt="2026-01-12T06:57:24.259" v="175" actId="20577"/>
        <pc:sldMkLst>
          <pc:docMk/>
          <pc:sldMk cId="1040156172" sldId="377"/>
        </pc:sldMkLst>
        <pc:spChg chg="mod">
          <ac:chgData name="Matthieu De Mari" userId="dfb708c9-d8dc-439f-9a3b-c772bf4a311c" providerId="ADAL" clId="{81E9B007-0C2C-493E-9B93-55A62C9C1F12}" dt="2026-01-12T06:57:24.259" v="175" actId="20577"/>
          <ac:spMkLst>
            <pc:docMk/>
            <pc:sldMk cId="1040156172" sldId="377"/>
            <ac:spMk id="2" creationId="{080CEB46-CC16-4D19-8C2C-AEE9471D8168}"/>
          </ac:spMkLst>
        </pc:spChg>
      </pc:sldChg>
      <pc:sldChg chg="del ord">
        <pc:chgData name="Matthieu De Mari" userId="dfb708c9-d8dc-439f-9a3b-c772bf4a311c" providerId="ADAL" clId="{81E9B007-0C2C-493E-9B93-55A62C9C1F12}" dt="2026-01-12T06:57:28.825" v="179" actId="47"/>
        <pc:sldMkLst>
          <pc:docMk/>
          <pc:sldMk cId="3620399431" sldId="396"/>
        </pc:sldMkLst>
      </pc:sldChg>
      <pc:sldChg chg="modSp del mod">
        <pc:chgData name="Matthieu De Mari" userId="dfb708c9-d8dc-439f-9a3b-c772bf4a311c" providerId="ADAL" clId="{81E9B007-0C2C-493E-9B93-55A62C9C1F12}" dt="2026-01-12T06:57:27.039" v="177" actId="47"/>
        <pc:sldMkLst>
          <pc:docMk/>
          <pc:sldMk cId="1451434589" sldId="397"/>
        </pc:sldMkLst>
        <pc:spChg chg="mod">
          <ac:chgData name="Matthieu De Mari" userId="dfb708c9-d8dc-439f-9a3b-c772bf4a311c" providerId="ADAL" clId="{81E9B007-0C2C-493E-9B93-55A62C9C1F12}" dt="2026-01-12T06:33:11.727" v="42" actId="20577"/>
          <ac:spMkLst>
            <pc:docMk/>
            <pc:sldMk cId="1451434589" sldId="397"/>
            <ac:spMk id="3" creationId="{BA2A0416-0B18-CDD3-9A37-B441AE8FAEC0}"/>
          </ac:spMkLst>
        </pc:spChg>
      </pc:sldChg>
      <pc:sldChg chg="del">
        <pc:chgData name="Matthieu De Mari" userId="dfb708c9-d8dc-439f-9a3b-c772bf4a311c" providerId="ADAL" clId="{81E9B007-0C2C-493E-9B93-55A62C9C1F12}" dt="2026-01-12T06:57:27.853" v="178" actId="47"/>
        <pc:sldMkLst>
          <pc:docMk/>
          <pc:sldMk cId="2867637474" sldId="398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122423608" sldId="399"/>
        </pc:sldMkLst>
      </pc:sldChg>
      <pc:sldChg chg="del">
        <pc:chgData name="Matthieu De Mari" userId="dfb708c9-d8dc-439f-9a3b-c772bf4a311c" providerId="ADAL" clId="{81E9B007-0C2C-493E-9B93-55A62C9C1F12}" dt="2026-01-12T06:57:31.407" v="182" actId="47"/>
        <pc:sldMkLst>
          <pc:docMk/>
          <pc:sldMk cId="4039171501" sldId="401"/>
        </pc:sldMkLst>
      </pc:sldChg>
      <pc:sldChg chg="del">
        <pc:chgData name="Matthieu De Mari" userId="dfb708c9-d8dc-439f-9a3b-c772bf4a311c" providerId="ADAL" clId="{81E9B007-0C2C-493E-9B93-55A62C9C1F12}" dt="2026-01-12T06:57:30.706" v="181" actId="47"/>
        <pc:sldMkLst>
          <pc:docMk/>
          <pc:sldMk cId="3163596145" sldId="402"/>
        </pc:sldMkLst>
      </pc:sldChg>
      <pc:sldChg chg="modSp add mod modClrScheme chgLayout">
        <pc:chgData name="Matthieu De Mari" userId="dfb708c9-d8dc-439f-9a3b-c772bf4a311c" providerId="ADAL" clId="{81E9B007-0C2C-493E-9B93-55A62C9C1F12}" dt="2026-01-12T06:59:11.985" v="502" actId="113"/>
        <pc:sldMkLst>
          <pc:docMk/>
          <pc:sldMk cId="2100063369" sldId="598"/>
        </pc:sldMkLst>
        <pc:spChg chg="mod ord">
          <ac:chgData name="Matthieu De Mari" userId="dfb708c9-d8dc-439f-9a3b-c772bf4a311c" providerId="ADAL" clId="{81E9B007-0C2C-493E-9B93-55A62C9C1F12}" dt="2026-01-12T06:58:04.807" v="209" actId="700"/>
          <ac:spMkLst>
            <pc:docMk/>
            <pc:sldMk cId="2100063369" sldId="598"/>
            <ac:spMk id="2" creationId="{B511B8E6-E8AC-E2AA-8587-37211257C3EA}"/>
          </ac:spMkLst>
        </pc:spChg>
        <pc:spChg chg="mod ord">
          <ac:chgData name="Matthieu De Mari" userId="dfb708c9-d8dc-439f-9a3b-c772bf4a311c" providerId="ADAL" clId="{81E9B007-0C2C-493E-9B93-55A62C9C1F12}" dt="2026-01-12T06:59:11.985" v="502" actId="113"/>
          <ac:spMkLst>
            <pc:docMk/>
            <pc:sldMk cId="2100063369" sldId="598"/>
            <ac:spMk id="3" creationId="{0AF75346-FFC2-1F4C-D9E7-43CE81DA4C3C}"/>
          </ac:spMkLst>
        </pc:spChg>
      </pc:sldChg>
      <pc:sldChg chg="addSp delSp modSp new mod">
        <pc:chgData name="Matthieu De Mari" userId="dfb708c9-d8dc-439f-9a3b-c772bf4a311c" providerId="ADAL" clId="{81E9B007-0C2C-493E-9B93-55A62C9C1F12}" dt="2026-01-12T07:02:06.708" v="581" actId="1035"/>
        <pc:sldMkLst>
          <pc:docMk/>
          <pc:sldMk cId="1695927276" sldId="599"/>
        </pc:sldMkLst>
        <pc:spChg chg="mod">
          <ac:chgData name="Matthieu De Mari" userId="dfb708c9-d8dc-439f-9a3b-c772bf4a311c" providerId="ADAL" clId="{81E9B007-0C2C-493E-9B93-55A62C9C1F12}" dt="2026-01-12T07:02:06.708" v="581" actId="1035"/>
          <ac:spMkLst>
            <pc:docMk/>
            <pc:sldMk cId="1695927276" sldId="599"/>
            <ac:spMk id="2" creationId="{1BBDE908-17A7-B813-4910-ACA86AA1884C}"/>
          </ac:spMkLst>
        </pc:spChg>
        <pc:spChg chg="del">
          <ac:chgData name="Matthieu De Mari" userId="dfb708c9-d8dc-439f-9a3b-c772bf4a311c" providerId="ADAL" clId="{81E9B007-0C2C-493E-9B93-55A62C9C1F12}" dt="2026-01-12T06:59:26.897" v="504" actId="478"/>
          <ac:spMkLst>
            <pc:docMk/>
            <pc:sldMk cId="1695927276" sldId="599"/>
            <ac:spMk id="3" creationId="{058FA32A-C175-FB6D-09D0-1337149F4A5E}"/>
          </ac:spMkLst>
        </pc:spChg>
        <pc:picChg chg="add mod modCrop">
          <ac:chgData name="Matthieu De Mari" userId="dfb708c9-d8dc-439f-9a3b-c772bf4a311c" providerId="ADAL" clId="{81E9B007-0C2C-493E-9B93-55A62C9C1F12}" dt="2026-01-12T07:01:47.058" v="562" actId="732"/>
          <ac:picMkLst>
            <pc:docMk/>
            <pc:sldMk cId="1695927276" sldId="599"/>
            <ac:picMk id="5" creationId="{4700E6F8-4ACD-DF81-DFC1-2418830AF379}"/>
          </ac:picMkLst>
        </pc:picChg>
        <pc:picChg chg="add mod modCrop">
          <ac:chgData name="Matthieu De Mari" userId="dfb708c9-d8dc-439f-9a3b-c772bf4a311c" providerId="ADAL" clId="{81E9B007-0C2C-493E-9B93-55A62C9C1F12}" dt="2026-01-12T07:01:57.673" v="566" actId="14100"/>
          <ac:picMkLst>
            <pc:docMk/>
            <pc:sldMk cId="1695927276" sldId="599"/>
            <ac:picMk id="7" creationId="{7971CC44-4CC3-A712-456B-79D1124AD4D4}"/>
          </ac:picMkLst>
        </pc:picChg>
      </pc:sldChg>
      <pc:sldChg chg="del">
        <pc:chgData name="Matthieu De Mari" userId="dfb708c9-d8dc-439f-9a3b-c772bf4a311c" providerId="ADAL" clId="{81E9B007-0C2C-493E-9B93-55A62C9C1F12}" dt="2026-01-12T06:57:26.270" v="176" actId="47"/>
        <pc:sldMkLst>
          <pc:docMk/>
          <pc:sldMk cId="3029045816" sldId="781"/>
        </pc:sldMkLst>
      </pc:sldChg>
      <pc:sldChg chg="del">
        <pc:chgData name="Matthieu De Mari" userId="dfb708c9-d8dc-439f-9a3b-c772bf4a311c" providerId="ADAL" clId="{81E9B007-0C2C-493E-9B93-55A62C9C1F12}" dt="2026-01-12T06:32:56.390" v="34" actId="47"/>
        <pc:sldMkLst>
          <pc:docMk/>
          <pc:sldMk cId="278531271" sldId="782"/>
        </pc:sldMkLst>
      </pc:sldChg>
      <pc:sldChg chg="del">
        <pc:chgData name="Matthieu De Mari" userId="dfb708c9-d8dc-439f-9a3b-c772bf4a311c" providerId="ADAL" clId="{81E9B007-0C2C-493E-9B93-55A62C9C1F12}" dt="2026-01-12T06:32:44.984" v="30" actId="47"/>
        <pc:sldMkLst>
          <pc:docMk/>
          <pc:sldMk cId="1783907351" sldId="783"/>
        </pc:sldMkLst>
      </pc:sldChg>
      <pc:sldChg chg="del">
        <pc:chgData name="Matthieu De Mari" userId="dfb708c9-d8dc-439f-9a3b-c772bf4a311c" providerId="ADAL" clId="{81E9B007-0C2C-493E-9B93-55A62C9C1F12}" dt="2026-01-12T06:32:45.607" v="31" actId="47"/>
        <pc:sldMkLst>
          <pc:docMk/>
          <pc:sldMk cId="2670805330" sldId="784"/>
        </pc:sldMkLst>
      </pc:sldChg>
      <pc:sldChg chg="modSp del mod">
        <pc:chgData name="Matthieu De Mari" userId="dfb708c9-d8dc-439f-9a3b-c772bf4a311c" providerId="ADAL" clId="{81E9B007-0C2C-493E-9B93-55A62C9C1F12}" dt="2026-01-12T06:57:26.270" v="176" actId="47"/>
        <pc:sldMkLst>
          <pc:docMk/>
          <pc:sldMk cId="636279122" sldId="785"/>
        </pc:sldMkLst>
        <pc:spChg chg="mod">
          <ac:chgData name="Matthieu De Mari" userId="dfb708c9-d8dc-439f-9a3b-c772bf4a311c" providerId="ADAL" clId="{81E9B007-0C2C-493E-9B93-55A62C9C1F12}" dt="2026-01-12T06:32:43.204" v="29" actId="20577"/>
          <ac:spMkLst>
            <pc:docMk/>
            <pc:sldMk cId="636279122" sldId="785"/>
            <ac:spMk id="2" creationId="{3F88AB3E-DF60-4411-7415-7A8708334829}"/>
          </ac:spMkLst>
        </pc:spChg>
        <pc:spChg chg="mod">
          <ac:chgData name="Matthieu De Mari" userId="dfb708c9-d8dc-439f-9a3b-c772bf4a311c" providerId="ADAL" clId="{81E9B007-0C2C-493E-9B93-55A62C9C1F12}" dt="2026-01-12T06:32:49.211" v="33" actId="12"/>
          <ac:spMkLst>
            <pc:docMk/>
            <pc:sldMk cId="636279122" sldId="785"/>
            <ac:spMk id="3" creationId="{65B58308-C101-BC04-E972-00C74DE5080B}"/>
          </ac:spMkLst>
        </pc:spChg>
      </pc:sldChg>
      <pc:sldChg chg="del">
        <pc:chgData name="Matthieu De Mari" userId="dfb708c9-d8dc-439f-9a3b-c772bf4a311c" providerId="ADAL" clId="{81E9B007-0C2C-493E-9B93-55A62C9C1F12}" dt="2026-01-12T06:57:27.039" v="177" actId="47"/>
        <pc:sldMkLst>
          <pc:docMk/>
          <pc:sldMk cId="473408429" sldId="789"/>
        </pc:sldMkLst>
      </pc:sldChg>
      <pc:sldChg chg="del">
        <pc:chgData name="Matthieu De Mari" userId="dfb708c9-d8dc-439f-9a3b-c772bf4a311c" providerId="ADAL" clId="{81E9B007-0C2C-493E-9B93-55A62C9C1F12}" dt="2026-01-12T06:57:27.039" v="177" actId="47"/>
        <pc:sldMkLst>
          <pc:docMk/>
          <pc:sldMk cId="592329134" sldId="790"/>
        </pc:sldMkLst>
      </pc:sldChg>
      <pc:sldChg chg="del">
        <pc:chgData name="Matthieu De Mari" userId="dfb708c9-d8dc-439f-9a3b-c772bf4a311c" providerId="ADAL" clId="{81E9B007-0C2C-493E-9B93-55A62C9C1F12}" dt="2026-01-12T06:57:27.039" v="177" actId="47"/>
        <pc:sldMkLst>
          <pc:docMk/>
          <pc:sldMk cId="2530178653" sldId="791"/>
        </pc:sldMkLst>
      </pc:sldChg>
      <pc:sldChg chg="modSp del mod">
        <pc:chgData name="Matthieu De Mari" userId="dfb708c9-d8dc-439f-9a3b-c772bf4a311c" providerId="ADAL" clId="{81E9B007-0C2C-493E-9B93-55A62C9C1F12}" dt="2026-01-12T06:57:27.039" v="177" actId="47"/>
        <pc:sldMkLst>
          <pc:docMk/>
          <pc:sldMk cId="2330822039" sldId="792"/>
        </pc:sldMkLst>
        <pc:spChg chg="mod">
          <ac:chgData name="Matthieu De Mari" userId="dfb708c9-d8dc-439f-9a3b-c772bf4a311c" providerId="ADAL" clId="{81E9B007-0C2C-493E-9B93-55A62C9C1F12}" dt="2026-01-12T06:33:32.420" v="43" actId="14100"/>
          <ac:spMkLst>
            <pc:docMk/>
            <pc:sldMk cId="2330822039" sldId="792"/>
            <ac:spMk id="3" creationId="{BA2A0416-0B18-CDD3-9A37-B441AE8FAEC0}"/>
          </ac:spMkLst>
        </pc:spChg>
      </pc:sldChg>
      <pc:sldChg chg="del">
        <pc:chgData name="Matthieu De Mari" userId="dfb708c9-d8dc-439f-9a3b-c772bf4a311c" providerId="ADAL" clId="{81E9B007-0C2C-493E-9B93-55A62C9C1F12}" dt="2026-01-12T06:57:27.039" v="177" actId="47"/>
        <pc:sldMkLst>
          <pc:docMk/>
          <pc:sldMk cId="260742946" sldId="793"/>
        </pc:sldMkLst>
      </pc:sldChg>
      <pc:sldChg chg="del">
        <pc:chgData name="Matthieu De Mari" userId="dfb708c9-d8dc-439f-9a3b-c772bf4a311c" providerId="ADAL" clId="{81E9B007-0C2C-493E-9B93-55A62C9C1F12}" dt="2026-01-12T06:57:27.039" v="177" actId="47"/>
        <pc:sldMkLst>
          <pc:docMk/>
          <pc:sldMk cId="1577144882" sldId="794"/>
        </pc:sldMkLst>
      </pc:sldChg>
      <pc:sldChg chg="del">
        <pc:chgData name="Matthieu De Mari" userId="dfb708c9-d8dc-439f-9a3b-c772bf4a311c" providerId="ADAL" clId="{81E9B007-0C2C-493E-9B93-55A62C9C1F12}" dt="2026-01-12T06:57:27.853" v="178" actId="47"/>
        <pc:sldMkLst>
          <pc:docMk/>
          <pc:sldMk cId="2353942002" sldId="795"/>
        </pc:sldMkLst>
      </pc:sldChg>
      <pc:sldChg chg="del">
        <pc:chgData name="Matthieu De Mari" userId="dfb708c9-d8dc-439f-9a3b-c772bf4a311c" providerId="ADAL" clId="{81E9B007-0C2C-493E-9B93-55A62C9C1F12}" dt="2026-01-12T06:57:27.853" v="178" actId="47"/>
        <pc:sldMkLst>
          <pc:docMk/>
          <pc:sldMk cId="1414932605" sldId="796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326589634" sldId="797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567883404" sldId="798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703353227" sldId="799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51924387" sldId="801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253262496" sldId="802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232544569" sldId="803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165715628" sldId="804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1145967515" sldId="805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3590245027" sldId="806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609329699" sldId="807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4127253414" sldId="809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3415879044" sldId="810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2804082923" sldId="811"/>
        </pc:sldMkLst>
      </pc:sldChg>
      <pc:sldChg chg="del">
        <pc:chgData name="Matthieu De Mari" userId="dfb708c9-d8dc-439f-9a3b-c772bf4a311c" providerId="ADAL" clId="{81E9B007-0C2C-493E-9B93-55A62C9C1F12}" dt="2026-01-12T06:57:30.706" v="181" actId="47"/>
        <pc:sldMkLst>
          <pc:docMk/>
          <pc:sldMk cId="3931571633" sldId="812"/>
        </pc:sldMkLst>
      </pc:sldChg>
      <pc:sldChg chg="del">
        <pc:chgData name="Matthieu De Mari" userId="dfb708c9-d8dc-439f-9a3b-c772bf4a311c" providerId="ADAL" clId="{81E9B007-0C2C-493E-9B93-55A62C9C1F12}" dt="2026-01-12T06:57:30.706" v="181" actId="47"/>
        <pc:sldMkLst>
          <pc:docMk/>
          <pc:sldMk cId="1677488890" sldId="813"/>
        </pc:sldMkLst>
      </pc:sldChg>
      <pc:sldChg chg="add del">
        <pc:chgData name="Matthieu De Mari" userId="dfb708c9-d8dc-439f-9a3b-c772bf4a311c" providerId="ADAL" clId="{81E9B007-0C2C-493E-9B93-55A62C9C1F12}" dt="2026-01-12T06:57:30.706" v="181" actId="47"/>
        <pc:sldMkLst>
          <pc:docMk/>
          <pc:sldMk cId="2163984957" sldId="814"/>
        </pc:sldMkLst>
      </pc:sldChg>
      <pc:sldChg chg="del">
        <pc:chgData name="Matthieu De Mari" userId="dfb708c9-d8dc-439f-9a3b-c772bf4a311c" providerId="ADAL" clId="{81E9B007-0C2C-493E-9B93-55A62C9C1F12}" dt="2026-01-12T06:57:30.706" v="181" actId="47"/>
        <pc:sldMkLst>
          <pc:docMk/>
          <pc:sldMk cId="507741553" sldId="815"/>
        </pc:sldMkLst>
      </pc:sldChg>
      <pc:sldChg chg="del">
        <pc:chgData name="Matthieu De Mari" userId="dfb708c9-d8dc-439f-9a3b-c772bf4a311c" providerId="ADAL" clId="{81E9B007-0C2C-493E-9B93-55A62C9C1F12}" dt="2026-01-12T06:57:31.407" v="182" actId="47"/>
        <pc:sldMkLst>
          <pc:docMk/>
          <pc:sldMk cId="1946753280" sldId="816"/>
        </pc:sldMkLst>
      </pc:sldChg>
      <pc:sldChg chg="del">
        <pc:chgData name="Matthieu De Mari" userId="dfb708c9-d8dc-439f-9a3b-c772bf4a311c" providerId="ADAL" clId="{81E9B007-0C2C-493E-9B93-55A62C9C1F12}" dt="2026-01-12T06:57:31.407" v="182" actId="47"/>
        <pc:sldMkLst>
          <pc:docMk/>
          <pc:sldMk cId="4233116706" sldId="817"/>
        </pc:sldMkLst>
      </pc:sldChg>
      <pc:sldChg chg="del">
        <pc:chgData name="Matthieu De Mari" userId="dfb708c9-d8dc-439f-9a3b-c772bf4a311c" providerId="ADAL" clId="{81E9B007-0C2C-493E-9B93-55A62C9C1F12}" dt="2026-01-12T06:57:31.407" v="182" actId="47"/>
        <pc:sldMkLst>
          <pc:docMk/>
          <pc:sldMk cId="182983479" sldId="818"/>
        </pc:sldMkLst>
      </pc:sldChg>
      <pc:sldChg chg="del">
        <pc:chgData name="Matthieu De Mari" userId="dfb708c9-d8dc-439f-9a3b-c772bf4a311c" providerId="ADAL" clId="{81E9B007-0C2C-493E-9B93-55A62C9C1F12}" dt="2026-01-12T06:57:32.163" v="183" actId="47"/>
        <pc:sldMkLst>
          <pc:docMk/>
          <pc:sldMk cId="651859086" sldId="820"/>
        </pc:sldMkLst>
      </pc:sldChg>
      <pc:sldChg chg="del">
        <pc:chgData name="Matthieu De Mari" userId="dfb708c9-d8dc-439f-9a3b-c772bf4a311c" providerId="ADAL" clId="{81E9B007-0C2C-493E-9B93-55A62C9C1F12}" dt="2026-01-12T06:57:32.163" v="183" actId="47"/>
        <pc:sldMkLst>
          <pc:docMk/>
          <pc:sldMk cId="986128993" sldId="821"/>
        </pc:sldMkLst>
      </pc:sldChg>
      <pc:sldChg chg="del">
        <pc:chgData name="Matthieu De Mari" userId="dfb708c9-d8dc-439f-9a3b-c772bf4a311c" providerId="ADAL" clId="{81E9B007-0C2C-493E-9B93-55A62C9C1F12}" dt="2026-01-12T06:57:32.163" v="183" actId="47"/>
        <pc:sldMkLst>
          <pc:docMk/>
          <pc:sldMk cId="4216078664" sldId="822"/>
        </pc:sldMkLst>
      </pc:sldChg>
      <pc:sldChg chg="modSp add del mod">
        <pc:chgData name="Matthieu De Mari" userId="dfb708c9-d8dc-439f-9a3b-c772bf4a311c" providerId="ADAL" clId="{81E9B007-0C2C-493E-9B93-55A62C9C1F12}" dt="2026-01-12T06:57:32.163" v="183" actId="47"/>
        <pc:sldMkLst>
          <pc:docMk/>
          <pc:sldMk cId="3100375267" sldId="826"/>
        </pc:sldMkLst>
        <pc:spChg chg="mod">
          <ac:chgData name="Matthieu De Mari" userId="dfb708c9-d8dc-439f-9a3b-c772bf4a311c" providerId="ADAL" clId="{81E9B007-0C2C-493E-9B93-55A62C9C1F12}" dt="2026-01-12T06:36:47.476" v="78" actId="5793"/>
          <ac:spMkLst>
            <pc:docMk/>
            <pc:sldMk cId="3100375267" sldId="826"/>
            <ac:spMk id="5" creationId="{7ACD5660-3AA0-1773-354B-1B2326A4442B}"/>
          </ac:spMkLst>
        </pc:spChg>
        <pc:spChg chg="mod">
          <ac:chgData name="Matthieu De Mari" userId="dfb708c9-d8dc-439f-9a3b-c772bf4a311c" providerId="ADAL" clId="{81E9B007-0C2C-493E-9B93-55A62C9C1F12}" dt="2026-01-12T06:37:15.304" v="173" actId="20577"/>
          <ac:spMkLst>
            <pc:docMk/>
            <pc:sldMk cId="3100375267" sldId="826"/>
            <ac:spMk id="6" creationId="{809CF8BE-879B-5BE7-5756-1FE0DC7D50D5}"/>
          </ac:spMkLst>
        </pc:spChg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386474252" sldId="827"/>
        </pc:sldMkLst>
      </pc:sldChg>
      <pc:sldChg chg="del">
        <pc:chgData name="Matthieu De Mari" userId="dfb708c9-d8dc-439f-9a3b-c772bf4a311c" providerId="ADAL" clId="{81E9B007-0C2C-493E-9B93-55A62C9C1F12}" dt="2026-01-12T06:57:30.706" v="181" actId="47"/>
        <pc:sldMkLst>
          <pc:docMk/>
          <pc:sldMk cId="2986862345" sldId="828"/>
        </pc:sldMkLst>
      </pc:sldChg>
      <pc:sldChg chg="del">
        <pc:chgData name="Matthieu De Mari" userId="dfb708c9-d8dc-439f-9a3b-c772bf4a311c" providerId="ADAL" clId="{81E9B007-0C2C-493E-9B93-55A62C9C1F12}" dt="2026-01-12T06:57:31.407" v="182" actId="47"/>
        <pc:sldMkLst>
          <pc:docMk/>
          <pc:sldMk cId="2441798468" sldId="829"/>
        </pc:sldMkLst>
      </pc:sldChg>
      <pc:sldChg chg="del">
        <pc:chgData name="Matthieu De Mari" userId="dfb708c9-d8dc-439f-9a3b-c772bf4a311c" providerId="ADAL" clId="{81E9B007-0C2C-493E-9B93-55A62C9C1F12}" dt="2026-01-12T06:57:31.407" v="182" actId="47"/>
        <pc:sldMkLst>
          <pc:docMk/>
          <pc:sldMk cId="491711875" sldId="830"/>
        </pc:sldMkLst>
      </pc:sldChg>
      <pc:sldChg chg="del">
        <pc:chgData name="Matthieu De Mari" userId="dfb708c9-d8dc-439f-9a3b-c772bf4a311c" providerId="ADAL" clId="{81E9B007-0C2C-493E-9B93-55A62C9C1F12}" dt="2026-01-12T06:57:28.825" v="179" actId="47"/>
        <pc:sldMkLst>
          <pc:docMk/>
          <pc:sldMk cId="124198755" sldId="831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1710209134" sldId="832"/>
        </pc:sldMkLst>
      </pc:sldChg>
      <pc:sldChg chg="del">
        <pc:chgData name="Matthieu De Mari" userId="dfb708c9-d8dc-439f-9a3b-c772bf4a311c" providerId="ADAL" clId="{81E9B007-0C2C-493E-9B93-55A62C9C1F12}" dt="2026-01-12T06:57:29.789" v="180" actId="47"/>
        <pc:sldMkLst>
          <pc:docMk/>
          <pc:sldMk cId="3288933084" sldId="83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/>
          </a:bodyPr>
          <a:lstStyle/>
          <a:p>
            <a:r>
              <a:rPr lang="en-US" b="1" dirty="0"/>
              <a:t>Practice of Deep Learning</a:t>
            </a:r>
            <a:br>
              <a:rPr lang="en-US" b="1" dirty="0"/>
            </a:br>
            <a:r>
              <a:rPr lang="en-US" dirty="0"/>
              <a:t>Day 2, Part 4/4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11B8E6-E8AC-E2AA-8587-37211257C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Day 2 Lab submission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75346-FFC2-1F4C-D9E7-43CE81DA4C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As part of your assessment, please submit your report (it should contain answers to all questions, including the code snippets requested in some of the questions).</a:t>
            </a:r>
          </a:p>
          <a:p>
            <a:endParaRPr lang="en-GB" dirty="0"/>
          </a:p>
          <a:p>
            <a:r>
              <a:rPr lang="en-GB" b="1" dirty="0"/>
              <a:t>Note: </a:t>
            </a:r>
            <a:r>
              <a:rPr lang="en-GB" dirty="0"/>
              <a:t>No need to submit the notebooks along with your report, as long as the requested code snippets are shown in your report.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b="1" dirty="0">
                <a:solidFill>
                  <a:srgbClr val="C00000"/>
                </a:solidFill>
              </a:rPr>
              <a:t>Deadline: XXXX</a:t>
            </a:r>
          </a:p>
        </p:txBody>
      </p:sp>
    </p:spTree>
    <p:extLst>
      <p:ext uri="{BB962C8B-B14F-4D97-AF65-F5344CB8AC3E}">
        <p14:creationId xmlns:p14="http://schemas.microsoft.com/office/powerpoint/2010/main" val="2100063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DE908-17A7-B813-4910-ACA86AA1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896"/>
            <a:ext cx="10515600" cy="1325563"/>
          </a:xfrm>
        </p:spPr>
        <p:txBody>
          <a:bodyPr/>
          <a:lstStyle/>
          <a:p>
            <a:r>
              <a:rPr lang="en-GB" dirty="0"/>
              <a:t>A typical report, we have received in the past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700E6F8-4ACD-DF81-DFC1-2418830AF3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260"/>
          <a:stretch>
            <a:fillRect/>
          </a:stretch>
        </p:blipFill>
        <p:spPr>
          <a:xfrm>
            <a:off x="1800008" y="2133600"/>
            <a:ext cx="8591983" cy="4724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71CC44-4CC3-A712-456B-79D1124AD4D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058" b="18759"/>
          <a:stretch>
            <a:fillRect/>
          </a:stretch>
        </p:blipFill>
        <p:spPr>
          <a:xfrm>
            <a:off x="1611086" y="1404258"/>
            <a:ext cx="6411685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927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2336</TotalTime>
  <Words>86</Words>
  <Application>Microsoft Office PowerPoint</Application>
  <PresentationFormat>Widescreen</PresentationFormat>
  <Paragraphs>10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Practice of Deep Learning Day 2, Part 4/4</vt:lpstr>
      <vt:lpstr>Day 2 Lab submission</vt:lpstr>
      <vt:lpstr>A typical report, we have received in the past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2026-01-12T07:02:09Z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