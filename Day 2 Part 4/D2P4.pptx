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77" r:id="rId2"/>
    <p:sldId id="598" r:id="rId3"/>
    <p:sldId id="5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  <p14:sldId id="598"/>
            <p14:sldId id="5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sldOrd delSection modSection">
      <pc:chgData name="Matthieu De Mari" userId="dfb708c9-d8dc-439f-9a3b-c772bf4a311c" providerId="ADAL" clId="{81E9B007-0C2C-493E-9B93-55A62C9C1F12}" dt="2026-03-27T06:37:32.884" v="702" actId="20577"/>
      <pc:docMkLst>
        <pc:docMk/>
      </pc:docMkLst>
      <pc:sldChg chg="modSp add mod modClrScheme chgLayout">
        <pc:chgData name="Matthieu De Mari" userId="dfb708c9-d8dc-439f-9a3b-c772bf4a311c" providerId="ADAL" clId="{81E9B007-0C2C-493E-9B93-55A62C9C1F12}" dt="2026-03-27T06:37:32.884" v="702" actId="20577"/>
        <pc:sldMkLst>
          <pc:docMk/>
          <pc:sldMk cId="2100063369" sldId="598"/>
        </pc:sldMkLst>
        <pc:spChg chg="mod ord">
          <ac:chgData name="Matthieu De Mari" userId="dfb708c9-d8dc-439f-9a3b-c772bf4a311c" providerId="ADAL" clId="{81E9B007-0C2C-493E-9B93-55A62C9C1F12}" dt="2026-03-27T06:37:32.884" v="702" actId="20577"/>
          <ac:spMkLst>
            <pc:docMk/>
            <pc:sldMk cId="2100063369" sldId="598"/>
            <ac:spMk id="3" creationId="{0AF75346-FFC2-1F4C-D9E7-43CE81DA4C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atthieu_demari@sutd.edu.s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Practice of Deep Learning</a:t>
            </a:r>
            <a:br>
              <a:rPr lang="en-US" b="1" dirty="0"/>
            </a:br>
            <a:r>
              <a:rPr lang="en-US" dirty="0"/>
              <a:t>Day 2, Part 4/4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E6-E8AC-E2AA-8587-37211257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Day 2 Lab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5346-FFC2-1F4C-D9E7-43CE81DA4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As part of your assessment, please submit your report (it should contain answers to all questions, including the code snippets requested in some of the questions).</a:t>
            </a:r>
          </a:p>
          <a:p>
            <a:endParaRPr lang="en-GB" dirty="0"/>
          </a:p>
          <a:p>
            <a:r>
              <a:rPr lang="en-GB" b="1" dirty="0"/>
              <a:t>Note: </a:t>
            </a:r>
            <a:r>
              <a:rPr lang="en-GB" dirty="0"/>
              <a:t>No need to submit the notebooks along with your report, as long as the requested code snippets are shown in your report.</a:t>
            </a:r>
          </a:p>
          <a:p>
            <a:r>
              <a:rPr lang="en-GB" dirty="0"/>
              <a:t>Submit via email at </a:t>
            </a:r>
            <a:r>
              <a:rPr lang="en-GB" dirty="0">
                <a:hlinkClick r:id="rId2"/>
              </a:rPr>
              <a:t>matthieu_demari@sutd.edu.sg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b="1" dirty="0">
                <a:solidFill>
                  <a:srgbClr val="C00000"/>
                </a:solidFill>
              </a:rPr>
              <a:t>Deadline</a:t>
            </a:r>
            <a:r>
              <a:rPr lang="en-GB" b="1">
                <a:solidFill>
                  <a:srgbClr val="C00000"/>
                </a:solidFill>
              </a:rPr>
              <a:t>: April 1st </a:t>
            </a:r>
            <a:r>
              <a:rPr lang="en-GB" b="1" dirty="0">
                <a:solidFill>
                  <a:srgbClr val="C00000"/>
                </a:solidFill>
              </a:rPr>
              <a:t>2026, 11.59pm</a:t>
            </a:r>
          </a:p>
        </p:txBody>
      </p:sp>
    </p:spTree>
    <p:extLst>
      <p:ext uri="{BB962C8B-B14F-4D97-AF65-F5344CB8AC3E}">
        <p14:creationId xmlns:p14="http://schemas.microsoft.com/office/powerpoint/2010/main" val="210006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E908-17A7-B813-4910-ACA86AA1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1325563"/>
          </a:xfrm>
        </p:spPr>
        <p:txBody>
          <a:bodyPr/>
          <a:lstStyle/>
          <a:p>
            <a:r>
              <a:rPr lang="en-GB" dirty="0"/>
              <a:t>A typical report, we have received in the past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0E6F8-4ACD-DF81-DFC1-2418830AF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60"/>
          <a:stretch>
            <a:fillRect/>
          </a:stretch>
        </p:blipFill>
        <p:spPr>
          <a:xfrm>
            <a:off x="1800008" y="2133600"/>
            <a:ext cx="8591983" cy="472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71CC44-4CC3-A712-456B-79D1124AD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58" b="18759"/>
          <a:stretch>
            <a:fillRect/>
          </a:stretch>
        </p:blipFill>
        <p:spPr>
          <a:xfrm>
            <a:off x="1611086" y="1404258"/>
            <a:ext cx="641168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2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103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Practice of Deep Learning Day 2, Part 4/4</vt:lpstr>
      <vt:lpstr>Day 2 Lab submission</vt:lpstr>
      <vt:lpstr>A typical report, we have received in the past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2026-03-27T06:37:35Z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