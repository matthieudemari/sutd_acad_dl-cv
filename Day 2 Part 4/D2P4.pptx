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377" r:id="rId2"/>
    <p:sldId id="598" r:id="rId3"/>
    <p:sldId id="59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  <p14:sldId id="598"/>
            <p14:sldId id="5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9B6F2A-77E8-4275-9BD1-FC5DABBD9771}" v="1" dt="2026-03-23T13:11:00.0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92" autoAdjust="0"/>
  </p:normalViewPr>
  <p:slideViewPr>
    <p:cSldViewPr snapToGrid="0">
      <p:cViewPr varScale="1">
        <p:scale>
          <a:sx n="98" d="100"/>
          <a:sy n="98" d="100"/>
        </p:scale>
        <p:origin x="103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undo custSel addSld delSld modSld sldOrd delSection modSection">
      <pc:chgData name="Matthieu De Mari" userId="dfb708c9-d8dc-439f-9a3b-c772bf4a311c" providerId="ADAL" clId="{81E9B007-0C2C-493E-9B93-55A62C9C1F12}" dt="2026-03-23T13:11:00.030" v="683" actId="20577"/>
      <pc:docMkLst>
        <pc:docMk/>
      </pc:docMkLst>
      <pc:sldChg chg="modSp add mod modClrScheme chgLayout">
        <pc:chgData name="Matthieu De Mari" userId="dfb708c9-d8dc-439f-9a3b-c772bf4a311c" providerId="ADAL" clId="{81E9B007-0C2C-493E-9B93-55A62C9C1F12}" dt="2026-03-23T13:11:00.030" v="683" actId="20577"/>
        <pc:sldMkLst>
          <pc:docMk/>
          <pc:sldMk cId="2100063369" sldId="598"/>
        </pc:sldMkLst>
        <pc:spChg chg="mod ord">
          <ac:chgData name="Matthieu De Mari" userId="dfb708c9-d8dc-439f-9a3b-c772bf4a311c" providerId="ADAL" clId="{81E9B007-0C2C-493E-9B93-55A62C9C1F12}" dt="2026-03-23T13:11:00.030" v="683" actId="20577"/>
          <ac:spMkLst>
            <pc:docMk/>
            <pc:sldMk cId="2100063369" sldId="598"/>
            <ac:spMk id="3" creationId="{0AF75346-FFC2-1F4C-D9E7-43CE81DA4C3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mailto:matthieu_demari@sutd.edu.s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/>
          </a:bodyPr>
          <a:lstStyle/>
          <a:p>
            <a:r>
              <a:rPr lang="en-US" b="1" dirty="0"/>
              <a:t>Practice of Deep Learning</a:t>
            </a:r>
            <a:br>
              <a:rPr lang="en-US" b="1" dirty="0"/>
            </a:br>
            <a:r>
              <a:rPr lang="en-US" dirty="0"/>
              <a:t>Day 2, Part 4/4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1B8E6-E8AC-E2AA-8587-37211257C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Day 2 Lab submission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F75346-FFC2-1F4C-D9E7-43CE81DA4C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As part of your assessment, please submit your report (it should contain answers to all questions, including the code snippets requested in some of the questions).</a:t>
            </a:r>
          </a:p>
          <a:p>
            <a:endParaRPr lang="en-GB" dirty="0"/>
          </a:p>
          <a:p>
            <a:r>
              <a:rPr lang="en-GB" b="1" dirty="0"/>
              <a:t>Note: </a:t>
            </a:r>
            <a:r>
              <a:rPr lang="en-GB" dirty="0"/>
              <a:t>No need to submit the notebooks along with your report, as long as the requested code snippets are shown in your report.</a:t>
            </a:r>
          </a:p>
          <a:p>
            <a:r>
              <a:rPr lang="en-GB" dirty="0"/>
              <a:t>Submit via email at </a:t>
            </a:r>
            <a:r>
              <a:rPr lang="en-GB" dirty="0">
                <a:hlinkClick r:id="rId2"/>
              </a:rPr>
              <a:t>matthieu_demari@sutd.edu.sg</a:t>
            </a:r>
            <a:r>
              <a:rPr lang="en-GB" dirty="0"/>
              <a:t>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b="1" dirty="0">
                <a:solidFill>
                  <a:srgbClr val="C00000"/>
                </a:solidFill>
              </a:rPr>
              <a:t>Deadline: 29</a:t>
            </a:r>
            <a:r>
              <a:rPr lang="en-GB" b="1" baseline="30000" dirty="0">
                <a:solidFill>
                  <a:srgbClr val="C00000"/>
                </a:solidFill>
              </a:rPr>
              <a:t>th</a:t>
            </a:r>
            <a:r>
              <a:rPr lang="en-GB" b="1" dirty="0">
                <a:solidFill>
                  <a:srgbClr val="C00000"/>
                </a:solidFill>
              </a:rPr>
              <a:t> March 2026, 11.59pm</a:t>
            </a:r>
          </a:p>
        </p:txBody>
      </p:sp>
    </p:spTree>
    <p:extLst>
      <p:ext uri="{BB962C8B-B14F-4D97-AF65-F5344CB8AC3E}">
        <p14:creationId xmlns:p14="http://schemas.microsoft.com/office/powerpoint/2010/main" val="2100063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DE908-17A7-B813-4910-ACA86AA1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1325563"/>
          </a:xfrm>
        </p:spPr>
        <p:txBody>
          <a:bodyPr/>
          <a:lstStyle/>
          <a:p>
            <a:r>
              <a:rPr lang="en-GB" dirty="0"/>
              <a:t>A typical report, we have received in the past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00E6F8-4ACD-DF81-DFC1-2418830AF3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260"/>
          <a:stretch>
            <a:fillRect/>
          </a:stretch>
        </p:blipFill>
        <p:spPr>
          <a:xfrm>
            <a:off x="1800008" y="2133600"/>
            <a:ext cx="8591983" cy="4724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71CC44-4CC3-A712-456B-79D1124AD4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058" b="18759"/>
          <a:stretch>
            <a:fillRect/>
          </a:stretch>
        </p:blipFill>
        <p:spPr>
          <a:xfrm>
            <a:off x="1611086" y="1404258"/>
            <a:ext cx="6411685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927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2336</TotalTime>
  <Words>103</Words>
  <Application>Microsoft Office PowerPoint</Application>
  <PresentationFormat>Widescreen</PresentationFormat>
  <Paragraphs>11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Practice of Deep Learning Day 2, Part 4/4</vt:lpstr>
      <vt:lpstr>Day 2 Lab submission</vt:lpstr>
      <vt:lpstr>A typical report, we have received in the past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2026-03-23T13:11:01Z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