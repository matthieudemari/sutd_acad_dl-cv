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77" r:id="rId2"/>
    <p:sldId id="548" r:id="rId3"/>
    <p:sldId id="598" r:id="rId4"/>
    <p:sldId id="59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Day 1 Quiz" id="{BA6CC9EB-A9D3-4761-A564-98490D06FE1A}">
          <p14:sldIdLst>
            <p14:sldId id="548"/>
            <p14:sldId id="598"/>
            <p14:sldId id="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0568F3-3AFD-4520-AC34-FCBD3FBC51DF}" v="1" dt="2026-03-31T05:04:44.8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114" d="100"/>
          <a:sy n="114" d="100"/>
        </p:scale>
        <p:origin x="43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sldOrd addSection delSection modSection">
      <pc:chgData name="Matthieu De Mari" userId="dfb708c9-d8dc-439f-9a3b-c772bf4a311c" providerId="ADAL" clId="{81E9B007-0C2C-493E-9B93-55A62C9C1F12}" dt="2026-03-31T05:05:00.454" v="1155" actId="20577"/>
      <pc:docMkLst>
        <pc:docMk/>
      </pc:docMkLst>
      <pc:sldChg chg="modSp add mod">
        <pc:chgData name="Matthieu De Mari" userId="dfb708c9-d8dc-439f-9a3b-c772bf4a311c" providerId="ADAL" clId="{81E9B007-0C2C-493E-9B93-55A62C9C1F12}" dt="2026-03-15T15:03:30.852" v="1027" actId="20577"/>
        <pc:sldMkLst>
          <pc:docMk/>
          <pc:sldMk cId="4272836236" sldId="548"/>
        </pc:sldMkLst>
        <pc:spChg chg="mod">
          <ac:chgData name="Matthieu De Mari" userId="dfb708c9-d8dc-439f-9a3b-c772bf4a311c" providerId="ADAL" clId="{81E9B007-0C2C-493E-9B93-55A62C9C1F12}" dt="2026-03-15T15:03:30.852" v="1027" actId="20577"/>
          <ac:spMkLst>
            <pc:docMk/>
            <pc:sldMk cId="4272836236" sldId="548"/>
            <ac:spMk id="5" creationId="{8784BD3C-A362-227F-DB67-10CF1E267B66}"/>
          </ac:spMkLst>
        </pc:spChg>
      </pc:sldChg>
      <pc:sldChg chg="modSp mod modClrScheme chgLayout">
        <pc:chgData name="Matthieu De Mari" userId="dfb708c9-d8dc-439f-9a3b-c772bf4a311c" providerId="ADAL" clId="{81E9B007-0C2C-493E-9B93-55A62C9C1F12}" dt="2026-03-18T05:40:10.794" v="1076" actId="20577"/>
        <pc:sldMkLst>
          <pc:docMk/>
          <pc:sldMk cId="2100063369" sldId="598"/>
        </pc:sldMkLst>
        <pc:spChg chg="mod ord">
          <ac:chgData name="Matthieu De Mari" userId="dfb708c9-d8dc-439f-9a3b-c772bf4a311c" providerId="ADAL" clId="{81E9B007-0C2C-493E-9B93-55A62C9C1F12}" dt="2026-03-18T05:33:29.849" v="1028" actId="700"/>
          <ac:spMkLst>
            <pc:docMk/>
            <pc:sldMk cId="2100063369" sldId="598"/>
            <ac:spMk id="2" creationId="{B511B8E6-E8AC-E2AA-8587-37211257C3EA}"/>
          </ac:spMkLst>
        </pc:spChg>
        <pc:spChg chg="mod ord">
          <ac:chgData name="Matthieu De Mari" userId="dfb708c9-d8dc-439f-9a3b-c772bf4a311c" providerId="ADAL" clId="{81E9B007-0C2C-493E-9B93-55A62C9C1F12}" dt="2026-03-18T05:40:10.794" v="1076" actId="20577"/>
          <ac:spMkLst>
            <pc:docMk/>
            <pc:sldMk cId="2100063369" sldId="598"/>
            <ac:spMk id="3" creationId="{0AF75346-FFC2-1F4C-D9E7-43CE81DA4C3C}"/>
          </ac:spMkLst>
        </pc:spChg>
      </pc:sldChg>
      <pc:sldChg chg="modSp add mod">
        <pc:chgData name="Matthieu De Mari" userId="dfb708c9-d8dc-439f-9a3b-c772bf4a311c" providerId="ADAL" clId="{81E9B007-0C2C-493E-9B93-55A62C9C1F12}" dt="2026-03-31T05:05:00.454" v="1155" actId="20577"/>
        <pc:sldMkLst>
          <pc:docMk/>
          <pc:sldMk cId="2070215519" sldId="599"/>
        </pc:sldMkLst>
        <pc:spChg chg="mod">
          <ac:chgData name="Matthieu De Mari" userId="dfb708c9-d8dc-439f-9a3b-c772bf4a311c" providerId="ADAL" clId="{81E9B007-0C2C-493E-9B93-55A62C9C1F12}" dt="2026-03-31T05:04:52.654" v="1120" actId="20577"/>
          <ac:spMkLst>
            <pc:docMk/>
            <pc:sldMk cId="2070215519" sldId="599"/>
            <ac:spMk id="4" creationId="{A32ECFA6-153C-DC89-8347-34838C318A91}"/>
          </ac:spMkLst>
        </pc:spChg>
        <pc:spChg chg="mod">
          <ac:chgData name="Matthieu De Mari" userId="dfb708c9-d8dc-439f-9a3b-c772bf4a311c" providerId="ADAL" clId="{81E9B007-0C2C-493E-9B93-55A62C9C1F12}" dt="2026-03-31T05:05:00.454" v="1155" actId="20577"/>
          <ac:spMkLst>
            <pc:docMk/>
            <pc:sldMk cId="2070215519" sldId="599"/>
            <ac:spMk id="5" creationId="{3549269D-A325-6F4F-8F8A-D72DDC59290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31/03/2026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c3ELZLUOcNx6C5tcBjDMedLL-qILEWsb5TJ906ytdxORm8Kg/viewform?usp=publish-edito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1, Part 4/4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BB267-24B9-144C-E4DE-C6D6CD35E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call it finish with a quiz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84BD3C-A362-227F-DB67-10CF1E267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Day 1 Knowledge check!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427283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E6-E8AC-E2AA-8587-37211257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Day 1 Knowledge Check Quiz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75346-FFC2-1F4C-D9E7-43CE81DA4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part of your assessment, please take the time to answer the following knowledge check/quiz below.</a:t>
            </a:r>
          </a:p>
          <a:p>
            <a:r>
              <a:rPr lang="en-GB" dirty="0">
                <a:hlinkClick r:id="rId2"/>
              </a:rPr>
              <a:t>https://docs.google.com/forms/d/e/1FAIpQLSc3ELZLUOcNx6C5tcBjDMedLL-qILEWsb5TJ906ytdxORm8Kg/viewform?usp=publish-editor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b="1">
                <a:solidFill>
                  <a:srgbClr val="C00000"/>
                </a:solidFill>
              </a:rPr>
              <a:t>Deadline for submission: 12 April 2026, </a:t>
            </a:r>
            <a:r>
              <a:rPr lang="en-GB" b="1" dirty="0">
                <a:solidFill>
                  <a:srgbClr val="C00000"/>
                </a:solidFill>
              </a:rPr>
              <a:t>11.59pm</a:t>
            </a:r>
          </a:p>
          <a:p>
            <a:r>
              <a:rPr lang="en-GB" b="1" dirty="0">
                <a:solidFill>
                  <a:srgbClr val="C00000"/>
                </a:solidFill>
              </a:rPr>
              <a:t>Note: Please ignore the score shown at the end of the quiz, after submission, as I have not yet fully implemented the </a:t>
            </a:r>
            <a:r>
              <a:rPr lang="en-GB" b="1" dirty="0" err="1">
                <a:solidFill>
                  <a:srgbClr val="C00000"/>
                </a:solidFill>
              </a:rPr>
              <a:t>autograder</a:t>
            </a:r>
            <a:r>
              <a:rPr lang="en-GB" b="1" dirty="0">
                <a:solidFill>
                  <a:srgbClr val="C00000"/>
                </a:solidFill>
              </a:rPr>
              <a:t>!</a:t>
            </a:r>
          </a:p>
          <a:p>
            <a:endParaRPr lang="en-GB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063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60F1-825E-7571-9D84-EA4F5E260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32ECFA6-153C-DC89-8347-34838C318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then, we discuss the project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9269D-A325-6F4F-8F8A-D72DDC592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More details in </a:t>
            </a:r>
            <a:r>
              <a:rPr lang="en-GB"/>
              <a:t>separate folder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070215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3344</TotalTime>
  <Words>120</Words>
  <Application>Microsoft Office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Practice of Deep Learning Day 1, Part 4/4</vt:lpstr>
      <vt:lpstr>Let us call it finish with a quiz</vt:lpstr>
      <vt:lpstr>Day 1 Knowledge Check Quiz</vt:lpstr>
      <vt:lpstr>And then, we discuss the project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2026-03-31T05:05:01Z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